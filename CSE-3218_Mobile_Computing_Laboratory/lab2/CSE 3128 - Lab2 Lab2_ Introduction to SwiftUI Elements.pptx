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35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8d04a6f9b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78d04a6f9b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268b2c649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268b2c649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268b2c64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268b2c64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268b2c64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268b2c64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268b2c649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268b2c649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268b2c649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268b2c649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268b2c649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268b2c649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268b2c649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268b2c649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80EA7E61-0B51-0F82-F7AC-E76088CAF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268b2c649_0_68:notes">
            <a:extLst>
              <a:ext uri="{FF2B5EF4-FFF2-40B4-BE49-F238E27FC236}">
                <a16:creationId xmlns:a16="http://schemas.microsoft.com/office/drawing/2014/main" id="{C7DE0046-C79A-A7DC-5C4C-34487B8BC9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268b2c649_0_68:notes">
            <a:extLst>
              <a:ext uri="{FF2B5EF4-FFF2-40B4-BE49-F238E27FC236}">
                <a16:creationId xmlns:a16="http://schemas.microsoft.com/office/drawing/2014/main" id="{B6E59489-728F-6580-711E-BBB3E7E63D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7531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78d04a6f9b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78d04a6f9b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54408" y="2518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CSE 3218 - Lab2</a:t>
            </a:r>
            <a:endParaRPr sz="51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Introduction to SwiftUI Elements</a:t>
            </a:r>
            <a:endParaRPr sz="440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736525" y="3310400"/>
            <a:ext cx="4269000" cy="12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Kaniz Fatema Isha</a:t>
            </a:r>
            <a:endParaRPr sz="2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Lecturer,</a:t>
            </a:r>
            <a:endParaRPr sz="20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CSE, KUET</a:t>
            </a:r>
            <a:endParaRPr sz="2000" dirty="0"/>
          </a:p>
        </p:txBody>
      </p:sp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4BE08F1D-EA8B-E220-7EFC-7162EE947DB4}"/>
              </a:ext>
            </a:extLst>
          </p:cNvPr>
          <p:cNvSpPr txBox="1">
            <a:spLocks/>
          </p:cNvSpPr>
          <p:nvPr/>
        </p:nvSpPr>
        <p:spPr>
          <a:xfrm>
            <a:off x="298391" y="3390719"/>
            <a:ext cx="3371566" cy="1039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2000" dirty="0" err="1"/>
              <a:t>Repon</a:t>
            </a:r>
            <a:r>
              <a:rPr lang="en-US" sz="2000" dirty="0"/>
              <a:t> Islam</a:t>
            </a:r>
          </a:p>
          <a:p>
            <a:pPr marL="0" indent="0"/>
            <a:r>
              <a:rPr lang="en-US" sz="2000" dirty="0"/>
              <a:t>Assistant Professor,</a:t>
            </a:r>
          </a:p>
          <a:p>
            <a:pPr marL="0" indent="0"/>
            <a:r>
              <a:rPr lang="en-US" sz="2000" dirty="0"/>
              <a:t>CSE, KUET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SwiftUI vs Storyboard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SwiftUI: Launched in 2019, uses declarative syntax.</a:t>
            </a:r>
            <a:endParaRPr sz="200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SwiftUI introduces a declarative syntax that allows developers to define their user interfaces in terms of what they should display, rather than how to build them step-by-step</a:t>
            </a:r>
            <a:endParaRPr sz="2000"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SwiftUI vs Storyboard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Storyboard: Part of UIKit, visual drag-and-drop interface.</a:t>
            </a:r>
            <a:endParaRPr sz="200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It employs a visual interface for designing layouts, allowing developers to arrange UI elements through drag-and-drop interactions.</a:t>
            </a:r>
            <a:endParaRPr sz="2000"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and Struct in Swift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84100" cy="20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Structs are Value Types</a:t>
            </a:r>
            <a:endParaRPr sz="200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Classes are Reference Types</a:t>
            </a:r>
            <a:endParaRPr sz="200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Almost every UI component is a Struct because they are incredibly fast to create and destroy.</a:t>
            </a:r>
            <a:endParaRPr sz="2000"/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1517700" y="3349600"/>
            <a:ext cx="59721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 But what is there that can be achieved with class but not with struct 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Properties: Stored </a:t>
            </a: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05500" cy="1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Stored properties are constants or variables that are stored as part of an instance of a class, structure, or enumeration</a:t>
            </a:r>
            <a:endParaRPr sz="2000"/>
          </a:p>
        </p:txBody>
      </p:sp>
      <p:sp>
        <p:nvSpPr>
          <p:cNvPr id="84" name="Google Shape;8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1144800" y="2800175"/>
            <a:ext cx="66393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4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MyClass {</a:t>
            </a:r>
            <a:endParaRPr sz="14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4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n" sz="14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storedProperty: </a:t>
            </a:r>
            <a:r>
              <a:rPr lang="en" sz="1450">
                <a:solidFill>
                  <a:srgbClr val="5C2699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4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" sz="14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50">
              <a:solidFill>
                <a:srgbClr val="1C00CF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Properties: Computed </a:t>
            </a:r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84100" cy="20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 computed property does not store a value. Instead, it calculates a value every time we access it.</a:t>
            </a:r>
            <a:endParaRPr sz="2000"/>
          </a:p>
        </p:txBody>
      </p:sp>
      <p:sp>
        <p:nvSpPr>
          <p:cNvPr id="92" name="Google Shape;9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93" name="Google Shape;93;p18"/>
          <p:cNvSpPr txBox="1"/>
          <p:nvPr/>
        </p:nvSpPr>
        <p:spPr>
          <a:xfrm>
            <a:off x="1023450" y="2241600"/>
            <a:ext cx="6557400" cy="23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struct Track {</a:t>
            </a:r>
            <a:endParaRPr sz="15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 var distanceInMeters: Double</a:t>
            </a:r>
            <a:endParaRPr sz="15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 // Computed Property</a:t>
            </a:r>
            <a:endParaRPr sz="15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 var distanceInKilometers: Double {</a:t>
            </a:r>
            <a:endParaRPr sz="15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     return distanceInMeters / 1000}</a:t>
            </a:r>
            <a:endParaRPr sz="15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5878250" y="2934625"/>
            <a:ext cx="30432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var race = Track(distanceInMeters: 5000)</a:t>
            </a:r>
            <a:endParaRPr sz="16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print(race.distanceInKilometers) // 5.0</a:t>
            </a:r>
            <a:endParaRPr sz="16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Properties: Lazy </a:t>
            </a:r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84100" cy="20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 lazy stored property is a property whose initial value is not calculated until the first time it is used. </a:t>
            </a:r>
            <a:endParaRPr sz="2000"/>
          </a:p>
        </p:txBody>
      </p:sp>
      <p:sp>
        <p:nvSpPr>
          <p:cNvPr id="101" name="Google Shape;101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1775" y="2026625"/>
            <a:ext cx="6483949" cy="3116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Types of Properties: Type </a:t>
            </a:r>
            <a:endParaRPr dirty="0"/>
          </a:p>
        </p:txBody>
      </p:sp>
      <p:sp>
        <p:nvSpPr>
          <p:cNvPr id="108" name="Google Shape;10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384100" cy="200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Type properties belong to the type itself rather than instances of the type. </a:t>
            </a:r>
            <a:endParaRPr sz="200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They are defined using the static keyword.</a:t>
            </a:r>
            <a:endParaRPr sz="2000"/>
          </a:p>
        </p:txBody>
      </p:sp>
      <p:sp>
        <p:nvSpPr>
          <p:cNvPr id="109" name="Google Shape;10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1555475" y="2571750"/>
            <a:ext cx="6546000" cy="23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struct SpaceShip {</a:t>
            </a:r>
            <a:endParaRPr sz="15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 static let maxSpeed = 1000 </a:t>
            </a:r>
            <a:endParaRPr sz="15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 var currentSpeed = 0       }</a:t>
            </a:r>
            <a:endParaRPr sz="15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print(SpaceShip.maxSpeed) </a:t>
            </a:r>
            <a:endParaRPr sz="15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let myShip = SpaceShip()</a:t>
            </a:r>
            <a:endParaRPr sz="15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print(myShip.maxSpeed) </a:t>
            </a:r>
            <a:endParaRPr sz="15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46800" cy="35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A protocol defines a blueprint of methods, properties, and other requirements. 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It doesn't provide the code (the how); it only defines the requirements (the what).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When a class or struct conforms to a protocol: the protocol says "You must be able to do X and Y," and the struct says "I'll do the job!"</a:t>
            </a:r>
            <a:endParaRPr sz="2000" dirty="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 dirty="0"/>
              <a:t>Protocols allow us to treat different types as the same thing if they follow the same contract.</a:t>
            </a:r>
            <a:endParaRPr sz="2000" dirty="0"/>
          </a:p>
        </p:txBody>
      </p:sp>
      <p:sp>
        <p:nvSpPr>
          <p:cNvPr id="117" name="Google Shape;11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4" name="Google Shape;107;p20">
            <a:extLst>
              <a:ext uri="{FF2B5EF4-FFF2-40B4-BE49-F238E27FC236}">
                <a16:creationId xmlns:a16="http://schemas.microsoft.com/office/drawing/2014/main" id="{EC415BD7-BE1B-BB7A-A209-741DC99FE3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Protocol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D0B83DA2-510C-A4EC-006A-C2B303984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>
            <a:extLst>
              <a:ext uri="{FF2B5EF4-FFF2-40B4-BE49-F238E27FC236}">
                <a16:creationId xmlns:a16="http://schemas.microsoft.com/office/drawing/2014/main" id="{95DB0AE4-37D7-A7B5-476E-F69EAE1232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Environment and Code </a:t>
            </a:r>
            <a:endParaRPr dirty="0"/>
          </a:p>
        </p:txBody>
      </p:sp>
      <p:sp>
        <p:nvSpPr>
          <p:cNvPr id="116" name="Google Shape;116;p21">
            <a:extLst>
              <a:ext uri="{FF2B5EF4-FFF2-40B4-BE49-F238E27FC236}">
                <a16:creationId xmlns:a16="http://schemas.microsoft.com/office/drawing/2014/main" id="{7DDA3014-6928-00CE-C22F-AAC6ACE76F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2467" y="2091588"/>
            <a:ext cx="7034392" cy="16525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16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dirty="0"/>
              <a:t>For the rest, lets dive into coding !</a:t>
            </a:r>
            <a:endParaRPr sz="2000" dirty="0"/>
          </a:p>
        </p:txBody>
      </p:sp>
      <p:sp>
        <p:nvSpPr>
          <p:cNvPr id="117" name="Google Shape;117;p21">
            <a:extLst>
              <a:ext uri="{FF2B5EF4-FFF2-40B4-BE49-F238E27FC236}">
                <a16:creationId xmlns:a16="http://schemas.microsoft.com/office/drawing/2014/main" id="{461D17F0-7B7D-A3D7-5C4C-980BC829CC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7965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721275"/>
            <a:ext cx="76200" cy="1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>
            <a:spLocks noGrp="1"/>
          </p:cNvSpPr>
          <p:nvPr>
            <p:ph type="body" idx="1"/>
          </p:nvPr>
        </p:nvSpPr>
        <p:spPr>
          <a:xfrm>
            <a:off x="329100" y="1086975"/>
            <a:ext cx="8589900" cy="38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https://medium.com/@mertaydogn0/swiftui-vs-storyboard-a-comprehensive-analysis-for-ios-development-edb8ec8ee566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https://medium.com/swiftfy/what-are-properties-in-swift-bc4f4735f913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460</Words>
  <Application>Microsoft Office PowerPoint</Application>
  <PresentationFormat>On-screen Show (16:9)</PresentationFormat>
  <Paragraphs>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Simple Light</vt:lpstr>
      <vt:lpstr>CSE 3218 - Lab2 Introduction to SwiftUI Elements</vt:lpstr>
      <vt:lpstr>SwiftUI vs Storyboard</vt:lpstr>
      <vt:lpstr>SwiftUI vs Storyboard</vt:lpstr>
      <vt:lpstr>Class and Struct in Swift</vt:lpstr>
      <vt:lpstr>Types of Properties: Stored </vt:lpstr>
      <vt:lpstr>Types of Properties: Computed </vt:lpstr>
      <vt:lpstr>Types of Properties: Lazy </vt:lpstr>
      <vt:lpstr>Types of Properties: Type </vt:lpstr>
      <vt:lpstr>Protocol</vt:lpstr>
      <vt:lpstr>Environment and Code 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cp:revision>2</cp:revision>
  <dcterms:modified xsi:type="dcterms:W3CDTF">2026-01-14T02:29:39Z</dcterms:modified>
</cp:coreProperties>
</file>